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C2DC-C4B5-275E-281E-5FAD3BC08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Isotropic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Surface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Remeshing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56F076-C081-B917-16A0-39BF7CB8C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Matteo Caroli</a:t>
            </a:r>
          </a:p>
        </p:txBody>
      </p:sp>
    </p:spTree>
    <p:extLst>
      <p:ext uri="{BB962C8B-B14F-4D97-AF65-F5344CB8AC3E}">
        <p14:creationId xmlns:p14="http://schemas.microsoft.com/office/powerpoint/2010/main" val="936449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359E7-B601-07AE-6E8D-C7696B60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 </a:t>
            </a:r>
            <a:r>
              <a:rPr lang="fr-FR" b="1" dirty="0" err="1"/>
              <a:t>remeshing</a:t>
            </a:r>
            <a:r>
              <a:rPr lang="fr-FR" b="1" dirty="0"/>
              <a:t> </a:t>
            </a:r>
            <a:r>
              <a:rPr lang="fr-FR" b="1" dirty="0" err="1"/>
              <a:t>work</a:t>
            </a:r>
            <a:r>
              <a:rPr lang="fr-FR" b="1" dirty="0"/>
              <a:t> in 8 </a:t>
            </a:r>
            <a:r>
              <a:rPr lang="fr-FR" b="1" dirty="0" err="1"/>
              <a:t>steps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613BC0-C011-8C37-4E07-288DC560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Cutting 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Conformal parameterization 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Spanning tree over adjacent triangle graph and feature edges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propagation 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Place new vertices and compute the Delaunay triangulation 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Voronoi tessellation 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Lloyd relaxation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ull back up the parameterized new mesh.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5280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A40B9-8B18-74E3-421E-3462B726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Conformal</a:t>
            </a:r>
            <a:r>
              <a:rPr lang="fr-FR" b="1" dirty="0"/>
              <a:t> </a:t>
            </a:r>
            <a:r>
              <a:rPr lang="fr-FR" b="1" dirty="0" err="1"/>
              <a:t>parameterization</a:t>
            </a:r>
            <a:endParaRPr lang="fr-FR" b="1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DF6A23C-FC2B-041F-2A82-328C69C63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396" r="8772"/>
          <a:stretch/>
        </p:blipFill>
        <p:spPr>
          <a:xfrm>
            <a:off x="1336965" y="1647878"/>
            <a:ext cx="4254245" cy="3427503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E12232D-9468-D406-7F3C-FD104AC02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220" y="1652288"/>
            <a:ext cx="3960090" cy="342614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00C1C2D-8AFC-EBEC-920D-D6D390FDAFF1}"/>
              </a:ext>
            </a:extLst>
          </p:cNvPr>
          <p:cNvSpPr txBox="1"/>
          <p:nvPr/>
        </p:nvSpPr>
        <p:spPr>
          <a:xfrm>
            <a:off x="2256432" y="5204691"/>
            <a:ext cx="241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Original </a:t>
            </a:r>
            <a:r>
              <a:rPr lang="fr-FR" dirty="0" err="1">
                <a:solidFill>
                  <a:schemeClr val="accent1"/>
                </a:solidFill>
              </a:rPr>
              <a:t>Mesh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C9F0A7-AF04-CDFE-EAB4-39C6F65205FE}"/>
              </a:ext>
            </a:extLst>
          </p:cNvPr>
          <p:cNvSpPr txBox="1"/>
          <p:nvPr/>
        </p:nvSpPr>
        <p:spPr>
          <a:xfrm>
            <a:off x="7863610" y="5204691"/>
            <a:ext cx="241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/>
                </a:solidFill>
              </a:rPr>
              <a:t>parameterized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 err="1">
                <a:solidFill>
                  <a:schemeClr val="accent1"/>
                </a:solidFill>
              </a:rPr>
              <a:t>Mesh</a:t>
            </a:r>
            <a:endParaRPr lang="fr-FR" dirty="0">
              <a:solidFill>
                <a:schemeClr val="accent1"/>
              </a:solidFill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38BD7A7-C5B1-0B54-105A-00A25BC8680F}"/>
              </a:ext>
            </a:extLst>
          </p:cNvPr>
          <p:cNvCxnSpPr/>
          <p:nvPr/>
        </p:nvCxnSpPr>
        <p:spPr>
          <a:xfrm>
            <a:off x="5860473" y="3410528"/>
            <a:ext cx="97443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205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DA8D0-3922-E7B7-8536-0C201630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Extract</a:t>
            </a:r>
            <a:r>
              <a:rPr lang="fr-FR" b="1" dirty="0"/>
              <a:t> </a:t>
            </a:r>
            <a:r>
              <a:rPr lang="fr-FR" b="1" dirty="0" err="1"/>
              <a:t>Feature</a:t>
            </a:r>
            <a:r>
              <a:rPr lang="fr-FR" b="1" dirty="0"/>
              <a:t> </a:t>
            </a:r>
            <a:r>
              <a:rPr lang="fr-FR" b="1" dirty="0" err="1"/>
              <a:t>Edges</a:t>
            </a:r>
            <a:r>
              <a:rPr lang="fr-FR" b="1" dirty="0"/>
              <a:t> and Corners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BBEA592-2290-CA3B-F15B-FED8EA6A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49449"/>
            <a:ext cx="3960090" cy="342614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E237C89-DA82-96E5-8D65-D27914DA8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30" y="2048109"/>
            <a:ext cx="3714170" cy="3427485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B71FD19-883E-4C04-10E8-0CEDA67B0088}"/>
              </a:ext>
            </a:extLst>
          </p:cNvPr>
          <p:cNvCxnSpPr/>
          <p:nvPr/>
        </p:nvCxnSpPr>
        <p:spPr>
          <a:xfrm>
            <a:off x="5795819" y="3807690"/>
            <a:ext cx="97443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67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4E07F3-CF65-868F-3DEA-1B2EA603A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Spanning</a:t>
            </a:r>
            <a:r>
              <a:rPr lang="fr-FR" b="1" dirty="0"/>
              <a:t> </a:t>
            </a:r>
            <a:r>
              <a:rPr lang="fr-FR" b="1" dirty="0" err="1"/>
              <a:t>tree</a:t>
            </a:r>
            <a:r>
              <a:rPr lang="fr-FR" b="1" dirty="0"/>
              <a:t> over triangles (and </a:t>
            </a:r>
            <a:r>
              <a:rPr lang="fr-FR" b="1" dirty="0" err="1"/>
              <a:t>feature</a:t>
            </a:r>
            <a:r>
              <a:rPr lang="fr-FR" b="1" dirty="0"/>
              <a:t> </a:t>
            </a:r>
            <a:r>
              <a:rPr lang="fr-FR" b="1" dirty="0" err="1"/>
              <a:t>edges</a:t>
            </a:r>
            <a:r>
              <a:rPr lang="fr-FR" b="1" dirty="0"/>
              <a:t>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2208460-D69E-2076-2601-33322C322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2445" y="2197126"/>
            <a:ext cx="4967110" cy="3813438"/>
          </a:xfrm>
        </p:spPr>
      </p:pic>
    </p:spTree>
    <p:extLst>
      <p:ext uri="{BB962C8B-B14F-4D97-AF65-F5344CB8AC3E}">
        <p14:creationId xmlns:p14="http://schemas.microsoft.com/office/powerpoint/2010/main" val="10257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FC0870-7F3A-7B8C-A0E0-1DE05827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Error</a:t>
            </a:r>
            <a:r>
              <a:rPr lang="fr-FR" b="1" dirty="0"/>
              <a:t> propagation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B0DA5E9-45E5-79CD-C43E-28FA01313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2446" y="2204026"/>
            <a:ext cx="4967109" cy="3813437"/>
          </a:xfrm>
        </p:spPr>
      </p:pic>
    </p:spTree>
    <p:extLst>
      <p:ext uri="{BB962C8B-B14F-4D97-AF65-F5344CB8AC3E}">
        <p14:creationId xmlns:p14="http://schemas.microsoft.com/office/powerpoint/2010/main" val="1696576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E16A53FE-CA0A-62A0-F3D8-A85051E7C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2445" y="2197125"/>
            <a:ext cx="4967110" cy="3813437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94D8BDD-83AF-59C6-2D02-14F0478B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Vertices</a:t>
            </a:r>
            <a:r>
              <a:rPr lang="fr-FR" b="1" dirty="0"/>
              <a:t> budget for </a:t>
            </a:r>
            <a:r>
              <a:rPr lang="fr-FR" b="1" dirty="0" err="1"/>
              <a:t>each</a:t>
            </a:r>
            <a:r>
              <a:rPr lang="fr-FR" b="1" dirty="0"/>
              <a:t> triangle and </a:t>
            </a:r>
            <a:r>
              <a:rPr lang="fr-FR" b="1" dirty="0" err="1"/>
              <a:t>feature</a:t>
            </a:r>
            <a:r>
              <a:rPr lang="fr-FR" b="1" dirty="0"/>
              <a:t> </a:t>
            </a:r>
            <a:r>
              <a:rPr lang="fr-FR" b="1" dirty="0" err="1"/>
              <a:t>edges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9818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6FAE8233-B9B6-9633-15E2-4818AE311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2445" y="2197125"/>
            <a:ext cx="4967110" cy="3813437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5D2D6CB-0BA7-9493-C15C-F7158FD0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Place </a:t>
            </a:r>
            <a:r>
              <a:rPr lang="fr-FR" b="1" dirty="0" err="1"/>
              <a:t>randomly</a:t>
            </a:r>
            <a:r>
              <a:rPr lang="fr-FR" b="1" dirty="0"/>
              <a:t> </a:t>
            </a:r>
            <a:r>
              <a:rPr lang="fr-FR" b="1" dirty="0" err="1"/>
              <a:t>vertices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05778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148178E-758B-932A-3721-ABA6D9429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2444" y="2197125"/>
            <a:ext cx="4967109" cy="3813437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3F97C2E-FE84-3765-6A1E-38C5AC44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Place </a:t>
            </a:r>
            <a:r>
              <a:rPr lang="fr-FR" b="1" dirty="0" err="1"/>
              <a:t>randomly</a:t>
            </a:r>
            <a:r>
              <a:rPr lang="fr-FR" b="1" dirty="0"/>
              <a:t> </a:t>
            </a:r>
            <a:r>
              <a:rPr lang="fr-FR" b="1" dirty="0" err="1"/>
              <a:t>vertices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4590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5268D748-57B8-64D0-8148-5E972E50A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445" y="2197126"/>
            <a:ext cx="4967111" cy="381343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C54562E-FB8A-8C1D-0DD6-1FA96753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Perform</a:t>
            </a:r>
            <a:r>
              <a:rPr lang="fr-FR" b="1" dirty="0"/>
              <a:t> a Delaunay triangulation</a:t>
            </a:r>
          </a:p>
        </p:txBody>
      </p:sp>
    </p:spTree>
    <p:extLst>
      <p:ext uri="{BB962C8B-B14F-4D97-AF65-F5344CB8AC3E}">
        <p14:creationId xmlns:p14="http://schemas.microsoft.com/office/powerpoint/2010/main" val="1149527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38430-02E2-E831-F03E-4861E772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Delaunay triangulation for </a:t>
            </a:r>
            <a:r>
              <a:rPr lang="fr-FR" b="1" dirty="0" err="1"/>
              <a:t>camel</a:t>
            </a:r>
            <a:r>
              <a:rPr lang="fr-FR" b="1" dirty="0"/>
              <a:t> </a:t>
            </a:r>
            <a:r>
              <a:rPr lang="fr-FR" b="1" dirty="0" err="1"/>
              <a:t>head</a:t>
            </a:r>
            <a:endParaRPr lang="fr-FR" b="1" dirty="0"/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CC822F35-DBE6-D52C-16EF-8B5C85E46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1072" y="1810327"/>
            <a:ext cx="4011856" cy="3581400"/>
          </a:xfr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A92C741-A182-2BBC-2314-27ADEAB35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5" t="2553" r="5973" b="2703"/>
          <a:stretch/>
        </p:blipFill>
        <p:spPr>
          <a:xfrm>
            <a:off x="1607799" y="1810327"/>
            <a:ext cx="4011856" cy="3581400"/>
          </a:xfrm>
          <a:prstGeom prst="rect">
            <a:avLst/>
          </a:prstGeom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67CF698-D94D-AC4E-2874-60571D02CF84}"/>
              </a:ext>
            </a:extLst>
          </p:cNvPr>
          <p:cNvCxnSpPr/>
          <p:nvPr/>
        </p:nvCxnSpPr>
        <p:spPr>
          <a:xfrm>
            <a:off x="5795819" y="3549071"/>
            <a:ext cx="97443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CAF034A2-FB86-D127-943B-ACFB2C141974}"/>
              </a:ext>
            </a:extLst>
          </p:cNvPr>
          <p:cNvSpPr txBox="1"/>
          <p:nvPr/>
        </p:nvSpPr>
        <p:spPr>
          <a:xfrm>
            <a:off x="2103917" y="5666509"/>
            <a:ext cx="3019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Original </a:t>
            </a:r>
            <a:r>
              <a:rPr lang="fr-FR" dirty="0" err="1">
                <a:solidFill>
                  <a:schemeClr val="accent1"/>
                </a:solidFill>
              </a:rPr>
              <a:t>parameterized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 err="1">
                <a:solidFill>
                  <a:schemeClr val="accent1"/>
                </a:solidFill>
              </a:rPr>
              <a:t>mesh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6AB8569-FE87-FFB0-D3E6-58ED78446538}"/>
              </a:ext>
            </a:extLst>
          </p:cNvPr>
          <p:cNvSpPr txBox="1"/>
          <p:nvPr/>
        </p:nvSpPr>
        <p:spPr>
          <a:xfrm>
            <a:off x="7507190" y="5666509"/>
            <a:ext cx="3019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Delaunay triangulation</a:t>
            </a:r>
          </a:p>
        </p:txBody>
      </p:sp>
    </p:spTree>
    <p:extLst>
      <p:ext uri="{BB962C8B-B14F-4D97-AF65-F5344CB8AC3E}">
        <p14:creationId xmlns:p14="http://schemas.microsoft.com/office/powerpoint/2010/main" val="2460328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800E0A-F81C-20C5-02C0-D7B4442C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Voronoi</a:t>
            </a:r>
            <a:r>
              <a:rPr lang="fr-FR" b="1" dirty="0"/>
              <a:t> tessellation </a:t>
            </a:r>
            <a:r>
              <a:rPr lang="fr-FR" b="1" dirty="0" err="1"/>
              <a:t>lying</a:t>
            </a:r>
            <a:r>
              <a:rPr lang="fr-FR" b="1" dirty="0"/>
              <a:t> on the original </a:t>
            </a:r>
            <a:r>
              <a:rPr lang="fr-FR" b="1" dirty="0" err="1"/>
              <a:t>parameterized</a:t>
            </a:r>
            <a:r>
              <a:rPr lang="fr-FR" b="1" dirty="0"/>
              <a:t> </a:t>
            </a:r>
            <a:r>
              <a:rPr lang="fr-FR" b="1" dirty="0" err="1"/>
              <a:t>mesh</a:t>
            </a:r>
            <a:endParaRPr lang="fr-FR" b="1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34DF3A4-312B-BF27-C95E-CEE72D7E9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4877" y="2133600"/>
            <a:ext cx="4082246" cy="3581400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FB6B65E-32E9-8F2A-6E23-5E32B960A634}"/>
              </a:ext>
            </a:extLst>
          </p:cNvPr>
          <p:cNvSpPr txBox="1"/>
          <p:nvPr/>
        </p:nvSpPr>
        <p:spPr>
          <a:xfrm>
            <a:off x="4112491" y="5849034"/>
            <a:ext cx="4119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In </a:t>
            </a:r>
            <a:r>
              <a:rPr lang="fr-FR" dirty="0" err="1">
                <a:solidFill>
                  <a:schemeClr val="accent1"/>
                </a:solidFill>
              </a:rPr>
              <a:t>blue</a:t>
            </a:r>
            <a:r>
              <a:rPr lang="fr-FR" dirty="0">
                <a:solidFill>
                  <a:schemeClr val="accent1"/>
                </a:solidFill>
              </a:rPr>
              <a:t> the </a:t>
            </a:r>
            <a:r>
              <a:rPr lang="fr-FR" dirty="0" err="1">
                <a:solidFill>
                  <a:schemeClr val="accent1"/>
                </a:solidFill>
              </a:rPr>
              <a:t>voronoi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 err="1">
                <a:solidFill>
                  <a:schemeClr val="accent1"/>
                </a:solidFill>
              </a:rPr>
              <a:t>tesselation</a:t>
            </a:r>
            <a:r>
              <a:rPr lang="fr-FR" dirty="0">
                <a:solidFill>
                  <a:schemeClr val="accent1"/>
                </a:solidFill>
              </a:rPr>
              <a:t> </a:t>
            </a:r>
          </a:p>
          <a:p>
            <a:pPr algn="ctr"/>
            <a:r>
              <a:rPr lang="fr-FR" dirty="0">
                <a:solidFill>
                  <a:schemeClr val="accent1"/>
                </a:solidFill>
              </a:rPr>
              <a:t>In black the original </a:t>
            </a:r>
            <a:r>
              <a:rPr lang="fr-FR" dirty="0" err="1">
                <a:solidFill>
                  <a:schemeClr val="accent1"/>
                </a:solidFill>
              </a:rPr>
              <a:t>parameterized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 err="1">
                <a:solidFill>
                  <a:schemeClr val="accent1"/>
                </a:solidFill>
              </a:rPr>
              <a:t>mesh</a:t>
            </a:r>
            <a:endParaRPr lang="fr-FR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690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0333C2-AF46-B0F9-1C50-F516BED4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Time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takes</a:t>
            </a:r>
            <a:r>
              <a:rPr lang="fr-FR" b="1" dirty="0"/>
              <a:t> </a:t>
            </a:r>
            <a:r>
              <a:rPr lang="fr-FR" b="1" dirty="0" err="1"/>
              <a:t>doing</a:t>
            </a:r>
            <a:r>
              <a:rPr lang="fr-FR" b="1" dirty="0"/>
              <a:t> </a:t>
            </a:r>
            <a:r>
              <a:rPr lang="fr-FR" b="1" dirty="0" err="1"/>
              <a:t>each</a:t>
            </a:r>
            <a:r>
              <a:rPr lang="fr-FR" b="1" dirty="0"/>
              <a:t> </a:t>
            </a:r>
            <a:r>
              <a:rPr lang="fr-FR" b="1" dirty="0" err="1"/>
              <a:t>steps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4D1055-7967-0A2D-B8D4-11C1F46E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64145"/>
            <a:ext cx="4876800" cy="455352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Conformal parameterization </a:t>
            </a:r>
            <a:endParaRPr lang="fr-FR" dirty="0"/>
          </a:p>
          <a:p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maping</a:t>
            </a:r>
            <a:r>
              <a:rPr lang="fr-FR" dirty="0"/>
              <a:t> of </a:t>
            </a:r>
            <a:r>
              <a:rPr lang="fr-FR" dirty="0" err="1"/>
              <a:t>edge</a:t>
            </a:r>
            <a:r>
              <a:rPr lang="fr-FR" dirty="0"/>
              <a:t> to triangle and </a:t>
            </a:r>
            <a:r>
              <a:rPr lang="fr-FR" dirty="0" err="1"/>
              <a:t>vertices</a:t>
            </a:r>
            <a:r>
              <a:rPr lang="fr-FR" dirty="0"/>
              <a:t> to </a:t>
            </a:r>
            <a:r>
              <a:rPr lang="fr-FR" dirty="0" err="1"/>
              <a:t>it’s</a:t>
            </a:r>
            <a:r>
              <a:rPr lang="fr-FR" dirty="0"/>
              <a:t> </a:t>
            </a:r>
            <a:r>
              <a:rPr lang="fr-FR" dirty="0" err="1"/>
              <a:t>neighbors</a:t>
            </a:r>
            <a:endParaRPr lang="fr-FR" dirty="0"/>
          </a:p>
          <a:p>
            <a:r>
              <a:rPr lang="fr-FR" dirty="0" err="1"/>
              <a:t>Extract</a:t>
            </a:r>
            <a:r>
              <a:rPr lang="fr-FR" dirty="0"/>
              <a:t> </a:t>
            </a:r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edges</a:t>
            </a:r>
            <a:r>
              <a:rPr lang="fr-FR" dirty="0"/>
              <a:t> and corners</a:t>
            </a:r>
          </a:p>
          <a:p>
            <a:r>
              <a:rPr lang="fr-FR" dirty="0" err="1"/>
              <a:t>Creat</a:t>
            </a:r>
            <a:r>
              <a:rPr lang="fr-FR" dirty="0"/>
              <a:t> the </a:t>
            </a:r>
            <a:r>
              <a:rPr lang="fr-FR" dirty="0" err="1"/>
              <a:t>spanning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 on triangles and </a:t>
            </a:r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edges</a:t>
            </a:r>
            <a:endParaRPr lang="fr-FR" dirty="0"/>
          </a:p>
          <a:p>
            <a:r>
              <a:rPr lang="fr-FR" dirty="0" err="1"/>
              <a:t>Perform</a:t>
            </a:r>
            <a:r>
              <a:rPr lang="fr-FR" dirty="0"/>
              <a:t> the uniforme </a:t>
            </a:r>
            <a:r>
              <a:rPr lang="fr-FR" dirty="0" err="1"/>
              <a:t>density</a:t>
            </a:r>
            <a:r>
              <a:rPr lang="fr-FR" dirty="0"/>
              <a:t> </a:t>
            </a:r>
          </a:p>
          <a:p>
            <a:r>
              <a:rPr lang="fr-FR" dirty="0" err="1"/>
              <a:t>Error</a:t>
            </a:r>
            <a:r>
              <a:rPr lang="fr-FR" dirty="0"/>
              <a:t> propagation</a:t>
            </a:r>
          </a:p>
          <a:p>
            <a:r>
              <a:rPr lang="fr-FR" dirty="0"/>
              <a:t>Initial sampling (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random</a:t>
            </a:r>
            <a:r>
              <a:rPr lang="fr-FR" dirty="0"/>
              <a:t> sampling)</a:t>
            </a:r>
          </a:p>
          <a:p>
            <a:r>
              <a:rPr lang="fr-FR" dirty="0" err="1"/>
              <a:t>Compute</a:t>
            </a:r>
            <a:r>
              <a:rPr lang="fr-FR" dirty="0"/>
              <a:t> Delaunay triangulation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Delaunator</a:t>
            </a:r>
            <a:r>
              <a:rPr lang="fr-FR" dirty="0"/>
              <a:t> </a:t>
            </a:r>
          </a:p>
          <a:p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voronoi</a:t>
            </a:r>
            <a:r>
              <a:rPr lang="fr-FR" dirty="0"/>
              <a:t> tessellation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322ECB-5F2D-61CC-834B-8F346690D4B5}"/>
              </a:ext>
            </a:extLst>
          </p:cNvPr>
          <p:cNvSpPr txBox="1"/>
          <p:nvPr/>
        </p:nvSpPr>
        <p:spPr>
          <a:xfrm>
            <a:off x="6412344" y="1764145"/>
            <a:ext cx="32604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50" dirty="0">
                <a:solidFill>
                  <a:schemeClr val="tx2"/>
                </a:solidFill>
              </a:rPr>
              <a:t>: 505ms</a:t>
            </a:r>
          </a:p>
          <a:p>
            <a:r>
              <a:rPr lang="fr-FR" sz="2250" dirty="0">
                <a:solidFill>
                  <a:schemeClr val="tx2"/>
                </a:solidFill>
              </a:rPr>
              <a:t>: 294ms</a:t>
            </a:r>
          </a:p>
          <a:p>
            <a:endParaRPr lang="fr-FR" sz="2250" dirty="0">
              <a:solidFill>
                <a:schemeClr val="tx2"/>
              </a:solidFill>
            </a:endParaRPr>
          </a:p>
          <a:p>
            <a:r>
              <a:rPr lang="fr-FR" sz="2250" dirty="0">
                <a:solidFill>
                  <a:schemeClr val="tx2"/>
                </a:solidFill>
              </a:rPr>
              <a:t>: 345ms</a:t>
            </a:r>
          </a:p>
          <a:p>
            <a:r>
              <a:rPr lang="fr-FR" sz="2250" dirty="0">
                <a:solidFill>
                  <a:schemeClr val="tx2"/>
                </a:solidFill>
              </a:rPr>
              <a:t>: 132ms</a:t>
            </a:r>
          </a:p>
          <a:p>
            <a:endParaRPr lang="fr-FR" sz="2250" dirty="0">
              <a:solidFill>
                <a:schemeClr val="tx2"/>
              </a:solidFill>
            </a:endParaRPr>
          </a:p>
          <a:p>
            <a:r>
              <a:rPr lang="fr-FR" sz="2250" dirty="0">
                <a:solidFill>
                  <a:schemeClr val="tx2"/>
                </a:solidFill>
              </a:rPr>
              <a:t>: 154ms</a:t>
            </a:r>
          </a:p>
          <a:p>
            <a:r>
              <a:rPr lang="fr-FR" sz="2250" dirty="0">
                <a:solidFill>
                  <a:schemeClr val="tx2"/>
                </a:solidFill>
              </a:rPr>
              <a:t>: 38ms</a:t>
            </a:r>
          </a:p>
          <a:p>
            <a:r>
              <a:rPr lang="fr-FR" sz="2250" dirty="0">
                <a:solidFill>
                  <a:schemeClr val="tx2"/>
                </a:solidFill>
              </a:rPr>
              <a:t>: 15ms</a:t>
            </a:r>
          </a:p>
          <a:p>
            <a:r>
              <a:rPr lang="fr-FR" sz="2250" dirty="0">
                <a:solidFill>
                  <a:schemeClr val="tx2"/>
                </a:solidFill>
              </a:rPr>
              <a:t>: 14ms</a:t>
            </a:r>
          </a:p>
          <a:p>
            <a:endParaRPr lang="fr-FR" sz="2250" dirty="0">
              <a:solidFill>
                <a:schemeClr val="tx2"/>
              </a:solidFill>
            </a:endParaRPr>
          </a:p>
          <a:p>
            <a:r>
              <a:rPr lang="fr-FR" sz="2250" dirty="0">
                <a:solidFill>
                  <a:schemeClr val="tx2"/>
                </a:solidFill>
              </a:rPr>
              <a:t>: 1155ms</a:t>
            </a:r>
          </a:p>
        </p:txBody>
      </p:sp>
    </p:spTree>
    <p:extLst>
      <p:ext uri="{BB962C8B-B14F-4D97-AF65-F5344CB8AC3E}">
        <p14:creationId xmlns:p14="http://schemas.microsoft.com/office/powerpoint/2010/main" val="2396706577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Cadrage</Template>
  <TotalTime>140</TotalTime>
  <Words>186</Words>
  <Application>Microsoft Office PowerPoint</Application>
  <PresentationFormat>Grand écran</PresentationFormat>
  <Paragraphs>49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Calibri</vt:lpstr>
      <vt:lpstr>Franklin Gothic Book</vt:lpstr>
      <vt:lpstr>Cadrage</vt:lpstr>
      <vt:lpstr>Isotropic Surface Remeshing</vt:lpstr>
      <vt:lpstr>A remeshing work in 8 steps</vt:lpstr>
      <vt:lpstr>Conformal parameterization</vt:lpstr>
      <vt:lpstr>Extract Feature Edges and Corners</vt:lpstr>
      <vt:lpstr>Spanning tree over triangles (and feature edges)</vt:lpstr>
      <vt:lpstr>Error propagation</vt:lpstr>
      <vt:lpstr>Vertices budget for each triangle and feature edges</vt:lpstr>
      <vt:lpstr>Place randomly vertices</vt:lpstr>
      <vt:lpstr>Place randomly vertices</vt:lpstr>
      <vt:lpstr>Perform a Delaunay triangulation</vt:lpstr>
      <vt:lpstr>Delaunay triangulation for camel head</vt:lpstr>
      <vt:lpstr>Voronoi tessellation lying on the original parameterized mesh</vt:lpstr>
      <vt:lpstr>Time that takes doing each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Caroli</dc:creator>
  <cp:lastModifiedBy>Matteo Caroli</cp:lastModifiedBy>
  <cp:revision>4</cp:revision>
  <dcterms:created xsi:type="dcterms:W3CDTF">2025-02-18T20:14:40Z</dcterms:created>
  <dcterms:modified xsi:type="dcterms:W3CDTF">2025-02-18T22:35:24Z</dcterms:modified>
</cp:coreProperties>
</file>